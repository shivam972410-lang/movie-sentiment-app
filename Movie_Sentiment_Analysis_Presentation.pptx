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5C518"/>
                </a:solidFill>
              </a:defRPr>
            </a:pPr>
            <a:r>
              <a:t>🎬 MOVIE SENTIMENT ANALYSIS SYSTEM</a:t>
            </a:r>
          </a:p>
          <a:p>
            <a:pPr>
              <a:spcBef>
                <a:spcPts val="1400"/>
              </a:spcBef>
              <a:defRPr sz="1900">
                <a:solidFill>
                  <a:srgbClr val="F8FAFC"/>
                </a:solidFill>
              </a:defRPr>
            </a:pPr>
            <a:r>
              <a:t>Production-Grade Machine Learning Web Platform with Full Cloud Deployment</a:t>
            </a:r>
          </a:p>
          <a:p>
            <a:pPr>
              <a:spcBef>
                <a:spcPts val="2400"/>
              </a:spcBef>
              <a:defRPr sz="1400">
                <a:solidFill>
                  <a:srgbClr val="94A3B8"/>
                </a:solidFill>
              </a:defRPr>
            </a:pPr>
            <a:r>
              <a:t>🌐 Live App: https://movie-sentiment-app-6yekngedx7cuisepgfajja.streamlit.app/</a:t>
            </a:r>
            <a:br/>
            <a:r>
              <a:t>⚙️ Live API: https://movie-sentiment-api-cum3.onrender.com/</a:t>
            </a:r>
            <a:br/>
            <a:r>
              <a:t>📂 GitHub: https://github.com/shivam972410-lang/movie-sentiment-app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C518"/>
                </a:solidFill>
              </a:defRPr>
            </a:pPr>
            <a:r>
              <a:t>BACKEND INFRASTRUCTURE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Cloud Deployment &amp; Live Render Backend</a:t>
            </a:r>
          </a:p>
        </p:txBody>
      </p:sp>
      <p:pic>
        <p:nvPicPr>
          <p:cNvPr id="3" name="Picture 2" descr="1_render_deployment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852160" cy="348941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66560" y="1463040"/>
            <a:ext cx="4663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300">
                <a:solidFill>
                  <a:srgbClr val="F5C518"/>
                </a:solidFill>
              </a:defRPr>
            </a:pPr>
            <a:r>
              <a:t>Render Cloud Deployment: FastAPI service deployed on Render Global Edge network with automatic health monitoring.</a:t>
            </a:r>
          </a:p>
          <a:p>
            <a:pPr>
              <a:spcAft>
                <a:spcPts val="800"/>
              </a:spcAft>
              <a:defRPr sz="1300">
                <a:solidFill>
                  <a:srgbClr val="22C55E"/>
                </a:solidFill>
              </a:defRPr>
            </a:pPr>
            <a:r>
              <a:t>Live Primary URL: https://movie-sentiment-api-cum3.onrender.com (Running on Port 10000)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Startup Command: uvicorn main:app --host 0.0.0.0 --port 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Auto GitHub Sync: Every commit pushed to main branch triggers automatic zero-downtime deployment.</a:t>
            </a:r>
          </a:p>
          <a:p>
            <a:pPr>
              <a:spcAft>
                <a:spcPts val="800"/>
              </a:spcAft>
              <a:defRPr sz="1300">
                <a:solidFill>
                  <a:srgbClr val="22C55E"/>
                </a:solidFill>
              </a:defRPr>
            </a:pPr>
            <a:r>
              <a:t>Production Health: /health endpoint actively confirms model_loaded: true with sub-second latency.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C518"/>
                </a:solidFill>
              </a:defRPr>
            </a:pPr>
            <a:r>
              <a:t>FRONTEND MODULE 1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Real-Time Sentiment Classification &amp; Explainable AI</a:t>
            </a:r>
          </a:p>
        </p:txBody>
      </p:sp>
      <p:pic>
        <p:nvPicPr>
          <p:cNvPr id="3" name="Picture 2" descr="2_live_review_pre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852160" cy="34583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66560" y="1463040"/>
            <a:ext cx="4663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300">
                <a:solidFill>
                  <a:srgbClr val="F5C518"/>
                </a:solidFill>
              </a:defRPr>
            </a:pPr>
            <a:r>
              <a:t>Streamlit Cloud URL: https://movie-sentiment-app-6yekngedx7cuisepgfajja.streamlit.app/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Instant Predictions: Processes custom user reviews in real time using scikit-learn TF-IDF + Logistic Regression.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Calibrated Confidence: Outputs precise positive vs. negative probability percentages (e.g. 97.4% vs 2.6%).</a:t>
            </a:r>
          </a:p>
          <a:p>
            <a:pPr>
              <a:spcAft>
                <a:spcPts val="800"/>
              </a:spcAft>
              <a:defRPr sz="1300">
                <a:solidFill>
                  <a:srgbClr val="22C55E"/>
                </a:solidFill>
              </a:defRPr>
            </a:pPr>
            <a:r>
              <a:t>Explainable AI (XAI): Highlights key words that influenced the prediction (e.g. 'masterpiece', 'stellar').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Threshold Safeguard: Reviews below 60% confidence are safely tagged as Neutral/Uncertain to prevent bias.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C518"/>
                </a:solidFill>
              </a:defRPr>
            </a:pPr>
            <a:r>
              <a:t>FRONTEND MODULE 2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Movie Explorer &amp; Narrative Plot Tone AI</a:t>
            </a:r>
          </a:p>
        </p:txBody>
      </p:sp>
      <p:pic>
        <p:nvPicPr>
          <p:cNvPr id="3" name="Picture 2" descr="3_movie_explorer_sanj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852160" cy="346955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66560" y="1463040"/>
            <a:ext cx="4663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300">
                <a:solidFill>
                  <a:srgbClr val="F5C518"/>
                </a:solidFill>
              </a:defRPr>
            </a:pPr>
            <a:r>
              <a:t>58+ Film Catalog: Extensive library covering Indian (Bollywood/Tollywood) and International cinema.</a:t>
            </a:r>
          </a:p>
          <a:p>
            <a:pPr>
              <a:spcAft>
                <a:spcPts val="800"/>
              </a:spcAft>
              <a:defRPr sz="1300">
                <a:solidFill>
                  <a:srgbClr val="22C55E"/>
                </a:solidFill>
              </a:defRPr>
            </a:pPr>
            <a:r>
              <a:t>Local Poster Cache: 58 high-resolution posters bundled locally to prevent Wikimedia CDN 429 rate-limiting.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Verified Metadata: Displays IMDb rating, runtime, director, writer, cast, box office and awards.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Narrative Tone Analysis: Passes full plot summary into ML pipeline to categorize storyline tone (e.g. Balanced, Uplifting, Dark).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Instant Dropdown Search: Quick preset buttons for blockbusters like Sanju, 3 Idiots, Dangal, Inception.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C518"/>
                </a:solidFill>
              </a:defRPr>
            </a:pPr>
            <a:r>
              <a:t>MODEL EVALUATION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Model Performance &amp; Confusion Matrix</a:t>
            </a:r>
          </a:p>
        </p:txBody>
      </p:sp>
      <p:pic>
        <p:nvPicPr>
          <p:cNvPr id="3" name="Picture 2" descr="4_model_performance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852160" cy="32832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66560" y="1463040"/>
            <a:ext cx="4663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300">
                <a:solidFill>
                  <a:srgbClr val="22C55E"/>
                </a:solidFill>
              </a:defRPr>
            </a:pPr>
            <a:r>
              <a:t>Benchmark Accuracy: 89.5% accuracy achieved on 20% holdout test set using 80/20 Stratified Split.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Balanced Metrics: Precision: ~89.2% | Recall: ~89.8% | Macro F1-Score: 0.89.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Confusion Matrix: Symmetric performance with minimal false positives and false negatives.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Vocabulary Scope: TF-IDF vectorizer trained with unigrams and bigrams across 50,000 samples.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No Data Leakage: Rigorous holdout testing guarantees real-world generalization on new reviews.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C518"/>
                </a:solidFill>
              </a:defRPr>
            </a:pPr>
            <a:r>
              <a:t>DEPLOYMENT PROCESS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Complete Step-by-Step Deployment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Step 1 • Model Packaging &amp; Codebase: Trained scikit-learn model serialized via joblib; wrapped inside FastAPI endpoints.</a:t>
            </a:r>
          </a:p>
          <a:p>
            <a:pPr>
              <a:spcAft>
                <a:spcPts val="800"/>
              </a:spcAft>
              <a:defRPr sz="1300">
                <a:solidFill>
                  <a:srgbClr val="F5C518"/>
                </a:solidFill>
              </a:defRPr>
            </a:pPr>
            <a:r>
              <a:t>Step 2 • Render Cloud API Deployment: Connected GitHub repo to Render ➔ Added uvicorn start command ➔ Live at https://movie-sentiment-api-cum3.onrender.com</a:t>
            </a:r>
          </a:p>
          <a:p>
            <a:pPr>
              <a:spcAft>
                <a:spcPts val="800"/>
              </a:spcAft>
              <a:defRPr sz="1300">
                <a:solidFill>
                  <a:srgbClr val="F5C518"/>
                </a:solidFill>
              </a:defRPr>
            </a:pPr>
            <a:r>
              <a:t>Step 3 • Streamlit Frontend Deployment: Deployed on share.streamlit.io ➔ Hardcoded Render API URL ➔ Live at https://movie-sentiment-app-6yekngedx7cuisepgfajja.streamlit.app/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Step 4 • Poster Cache Optimization: Downloaded all 58 film posters to static/posters/ to ensure 100% reliable image loading.</a:t>
            </a:r>
          </a:p>
          <a:p>
            <a:pPr>
              <a:spcAft>
                <a:spcPts val="800"/>
              </a:spcAft>
              <a:defRPr sz="1300">
                <a:solidFill>
                  <a:srgbClr val="22C55E"/>
                </a:solidFill>
              </a:defRPr>
            </a:pPr>
            <a:r>
              <a:t>Step 5 • Seamless User Experience: Removed sidebar for clean cinema layout; anyone can open and test on phone or PC without installation.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C518"/>
                </a:solidFill>
              </a:defRPr>
            </a:pPr>
            <a:r>
              <a:t>SUMMARY</a:t>
            </a:r>
          </a:p>
          <a:p>
            <a:pPr>
              <a:defRPr sz="2400" b="1">
                <a:solidFill>
                  <a:srgbClr val="F8FAFC"/>
                </a:solidFill>
              </a:defRPr>
            </a:pPr>
            <a:r>
              <a:t>Conclusion &amp; Minor Project Credentials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300">
                <a:solidFill>
                  <a:srgbClr val="22C55E"/>
                </a:solidFill>
              </a:defRPr>
            </a:pPr>
            <a:r>
              <a:t>Project Outcome: Successfully built and deployed an end-to-end Machine Learning system in full cloud production.</a:t>
            </a:r>
          </a:p>
          <a:p>
            <a:pPr>
              <a:spcAft>
                <a:spcPts val="800"/>
              </a:spcAft>
              <a:defRPr sz="1300">
                <a:solidFill>
                  <a:srgbClr val="F5C518"/>
                </a:solidFill>
              </a:defRPr>
            </a:pPr>
            <a:r>
              <a:t>Live Web Application: https://movie-sentiment-app-6yekngedx7cuisepgfajja.streamlit.app/</a:t>
            </a:r>
          </a:p>
          <a:p>
            <a:pPr>
              <a:spcAft>
                <a:spcPts val="800"/>
              </a:spcAft>
              <a:defRPr sz="1300">
                <a:solidFill>
                  <a:srgbClr val="F5C518"/>
                </a:solidFill>
              </a:defRPr>
            </a:pPr>
            <a:r>
              <a:t>Live Backend Swagger Docs: https://movie-sentiment-api-cum3.onrender.com/docs</a:t>
            </a:r>
          </a:p>
          <a:p>
            <a:pPr>
              <a:spcAft>
                <a:spcPts val="800"/>
              </a:spcAft>
              <a:defRPr sz="1300">
                <a:solidFill>
                  <a:srgbClr val="F5C518"/>
                </a:solidFill>
              </a:defRPr>
            </a:pPr>
            <a:r>
              <a:t>GitHub Repository: https://github.com/shivam972410-lang/movie-sentiment-app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Ready for Viva &amp; Evaluation: Demonstrates Data Preprocessing, ML Modeling, REST APIs, and Multi-Cloud Deployment.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