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5C518"/>
                </a:solidFill>
              </a:defRPr>
            </a:pPr>
            <a:r>
              <a:t>🎬 MOVIE SENTIMENT ANALYSIS SYSTEM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Production-Grade Machine Learning Web Application with Cloud Deployment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Live Frontend: https://movie-sentiment-app-6yekngedx7cuisepgfajja.streamlit.app/</a:t>
            </a:r>
            <a:br/>
            <a:r>
              <a:t>Live Backend API: https://movie-sentiment-api-cum3.onrender.com/</a:t>
            </a:r>
            <a:br/>
            <a:r>
              <a:t>Tech Stack: Python • FastAPI • Streamlit • Scikit-Learn • Render • Streamlit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CLOUD INFRASTRUCTURE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Full Cloud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F5C518"/>
                </a:solidFill>
              </a:defRPr>
            </a:pPr>
            <a:r>
              <a:t>🌐 Live Streamlit Frontend: https://movie-sentiment-app-6yekngedx7cuisepgfajja.streamlit.app/ (Zero-install web UI on Streamlit Community Cloud)</a:t>
            </a:r>
          </a:p>
          <a:p>
            <a:pPr>
              <a:spcAft>
                <a:spcPts val="1000"/>
              </a:spcAft>
              <a:defRPr sz="1500">
                <a:solidFill>
                  <a:srgbClr val="F5C518"/>
                </a:solidFill>
              </a:defRPr>
            </a:pPr>
            <a:r>
              <a:t>⚙️ Live FastAPI REST Backend: https://movie-sentiment-api-cum3.onrender.com (High-throughput async ML API deployed on Render Cloud)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📦 GitHub CI/CD Pipeline: Connected repository: shivam972410-lang/movie-sentiment-app. Every 'git push origin main' automatically triggers live redeployment on both clouds.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🔄 Decoupled Microservices: Frontend and Backend run independently in separate server environments, communicating over secure HTTPS REST protocols.</a:t>
            </a:r>
          </a:p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⚡ 24/7 Global Availability: Accessible instantly on any device (Mobile, Mac, Windows, Linux) without requiring Python or terminal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BACKEND SETUP GUIDE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Step-by-Step Backend Deployment on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1 • Render Account &amp; Git Link: Create account on dashboard.render.com and link GitHub repo 'shivam972410-lang/movie-sentiment-app'.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2 • Web Service Configuration: Select 'Web Service' with Python 3 environment, located in Singapore/Frankfurt region.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3 • Build Command: pip install -r requirements.txt (installs FastAPI, Scikit-Learn, Uvicorn, Pandas, etc.)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4 • Start Command: uvicorn main:app --host 0.0.0.0 --port  (binds dynamically to Render's allocated cloud port)</a:t>
            </a:r>
          </a:p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Step 5 • Live Verification: API returns 200 OK at /health with model_loaded: true and documentation at /docs.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FRONTEND SETUP GUIDE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Step-by-Step Frontend Deployment on Streamlit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1 • Streamlit Cloud Sign-In: Navigate to share.streamlit.io and authorize via GitHub account.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2 • Repository &amp; Branch Selection: Select repository 'movie-sentiment-app' and branch 'main'.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3 • Entrypoint Specification: Set Main file path to 'app.py' and specify custom application URL.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Step 4 • Auto Backend Discovery: app.py is hardcoded with default cloud backend (https://movie-sentiment-api-cum3.onrender.com).</a:t>
            </a:r>
          </a:p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Step 5 • Seamless User Experience: Left sidebar hidden by default for clean cinema mode; connects automatically to cloud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MODEL SPECIFICATIONS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Machine Learning Architecture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🎯 Dataset &amp; Split: 50,000 IMDb movie reviews divided using 80/20 Stratified Train-Test split for unbiased evaluation.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🔍 Vectorization: TF-IDF Vectorizer with unigrams and bigrams (ngram_range=(1,2)) capturing phrases like 'not good', 'must watch'.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⚖️ Classifier: Logistic Regression with balanced class weighting (C=2.0) trained for calibrated probability output.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🛡️ Neutral Threshold Logic: Predictions with confidence &lt; 60% are classified as 'Neutral / Uncertain' to prevent false certainty.</a:t>
            </a:r>
          </a:p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📊 Performance Metrics: Accuracy: ~89.5% | Macro F1-Score: 0.89 | Precision/Recall balanced across Positive and Negative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SYSTEM CAPABILITIES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Core Application Modules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1. Real-Time Single Review Analyzer: Instant prediction with positive/negative confidence meters and Explainable AI (XAI) word attribution.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2. Bulk Batch CSV Processor: Upload customer review CSVs; batch classifies up to thousands of reviews with exportable annotated results.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3. OMDb Movie Explorer with Plot Tone AI: Offline and live search for 58+ Bollywood and Hollywood blockbusters, rendering verified metadata &amp; local posters.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4. Narrative Storyline Sentiment: Applies the ML classifier to full film synopses to gauge underlying emotional and dramatic tone.</a:t>
            </a:r>
          </a:p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5. In-Memory &amp; Local Poster Caching: 58 high-resolution posters bundled locally to prevent Wikimedia CDN rate-limiting (429 errors).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C518"/>
                </a:solidFill>
              </a:defRPr>
            </a:pPr>
            <a:r>
              <a:t>CONCLUSION &amp; Q&amp;A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Project Summary &amp; Access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22C55E"/>
                </a:solidFill>
              </a:defRPr>
            </a:pPr>
            <a:r>
              <a:t>✅ Achievement: Successfully designed, trained, containerized, and deployed an end-to-end Machine Learning web platform.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🌐 Live Web App: https://movie-sentiment-app-6yekngedx7cuisepgfajja.streamlit.app/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⚙️ Cloud API Docs: https://movie-sentiment-api-cum3.onrender.com/docs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📂 Open Source Codebase: https://github.com/shivam972410-lang/movie-sentiment-app</a:t>
            </a:r>
          </a:p>
          <a:p>
            <a:pPr>
              <a:spcAft>
                <a:spcPts val="1000"/>
              </a:spcAft>
              <a:defRPr sz="1500">
                <a:solidFill>
                  <a:srgbClr val="F5C518"/>
                </a:solidFill>
              </a:defRPr>
            </a:pPr>
            <a:r>
              <a:t>🎓 Ready for Minor Project Evaluation: All features verified live in cloud production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